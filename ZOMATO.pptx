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13" r:id="rId1"/>
  </p:sld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7" r:id="rId9"/>
    <p:sldId id="268" r:id="rId10"/>
    <p:sldId id="269" r:id="rId11"/>
    <p:sldId id="263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23D8B5-67C9-4BBA-BAB3-F37F045025E7}" v="63" dt="2025-12-22T11:59:56.9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5033" autoAdjust="0"/>
  </p:normalViewPr>
  <p:slideViewPr>
    <p:cSldViewPr snapToGrid="0">
      <p:cViewPr>
        <p:scale>
          <a:sx n="90" d="100"/>
          <a:sy n="90" d="100"/>
        </p:scale>
        <p:origin x="1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ali Virkar" userId="f7f9d2eb98be3246" providerId="LiveId" clId="{205A77FF-6BD1-4ACD-AF0D-5780CA38425D}"/>
    <pc:docChg chg="undo custSel addSld delSld modSld">
      <pc:chgData name="Sonali Virkar" userId="f7f9d2eb98be3246" providerId="LiveId" clId="{205A77FF-6BD1-4ACD-AF0D-5780CA38425D}" dt="2025-12-26T14:28:58.950" v="2111" actId="12"/>
      <pc:docMkLst>
        <pc:docMk/>
      </pc:docMkLst>
      <pc:sldChg chg="addSp delSp modSp mod">
        <pc:chgData name="Sonali Virkar" userId="f7f9d2eb98be3246" providerId="LiveId" clId="{205A77FF-6BD1-4ACD-AF0D-5780CA38425D}" dt="2025-12-22T11:49:52.399" v="1958" actId="1076"/>
        <pc:sldMkLst>
          <pc:docMk/>
          <pc:sldMk cId="380373166" sldId="256"/>
        </pc:sldMkLst>
        <pc:spChg chg="mod">
          <ac:chgData name="Sonali Virkar" userId="f7f9d2eb98be3246" providerId="LiveId" clId="{205A77FF-6BD1-4ACD-AF0D-5780CA38425D}" dt="2025-12-22T11:40:31.768" v="1881" actId="120"/>
          <ac:spMkLst>
            <pc:docMk/>
            <pc:sldMk cId="380373166" sldId="256"/>
            <ac:spMk id="2" creationId="{554CBEA0-64F6-F42B-85EF-35586C277B25}"/>
          </ac:spMkLst>
        </pc:spChg>
        <pc:spChg chg="mod">
          <ac:chgData name="Sonali Virkar" userId="f7f9d2eb98be3246" providerId="LiveId" clId="{205A77FF-6BD1-4ACD-AF0D-5780CA38425D}" dt="2025-12-22T11:49:39.926" v="1956" actId="1076"/>
          <ac:spMkLst>
            <pc:docMk/>
            <pc:sldMk cId="380373166" sldId="256"/>
            <ac:spMk id="3" creationId="{A68FD3F2-3C01-35BC-311E-85CB7F7CD6AA}"/>
          </ac:spMkLst>
        </pc:spChg>
        <pc:picChg chg="mod">
          <ac:chgData name="Sonali Virkar" userId="f7f9d2eb98be3246" providerId="LiveId" clId="{205A77FF-6BD1-4ACD-AF0D-5780CA38425D}" dt="2025-12-22T11:49:52.399" v="1958" actId="1076"/>
          <ac:picMkLst>
            <pc:docMk/>
            <pc:sldMk cId="380373166" sldId="256"/>
            <ac:picMk id="6" creationId="{A4D8F974-3737-2337-CC5F-3C0414D414B7}"/>
          </ac:picMkLst>
        </pc:picChg>
        <pc:picChg chg="add mod ord">
          <ac:chgData name="Sonali Virkar" userId="f7f9d2eb98be3246" providerId="LiveId" clId="{205A77FF-6BD1-4ACD-AF0D-5780CA38425D}" dt="2025-12-22T11:49:29.712" v="1955" actId="171"/>
          <ac:picMkLst>
            <pc:docMk/>
            <pc:sldMk cId="380373166" sldId="256"/>
            <ac:picMk id="7" creationId="{1966E253-8B00-A74A-B96F-7B943DEB9959}"/>
          </ac:picMkLst>
        </pc:picChg>
      </pc:sldChg>
      <pc:sldChg chg="addSp delSp modSp mod">
        <pc:chgData name="Sonali Virkar" userId="f7f9d2eb98be3246" providerId="LiveId" clId="{205A77FF-6BD1-4ACD-AF0D-5780CA38425D}" dt="2025-12-22T11:51:50.580" v="1981" actId="2711"/>
        <pc:sldMkLst>
          <pc:docMk/>
          <pc:sldMk cId="2337177788" sldId="257"/>
        </pc:sldMkLst>
        <pc:spChg chg="mod">
          <ac:chgData name="Sonali Virkar" userId="f7f9d2eb98be3246" providerId="LiveId" clId="{205A77FF-6BD1-4ACD-AF0D-5780CA38425D}" dt="2025-12-22T11:51:50.580" v="1981" actId="2711"/>
          <ac:spMkLst>
            <pc:docMk/>
            <pc:sldMk cId="2337177788" sldId="257"/>
            <ac:spMk id="2" creationId="{6F9A20F7-974D-920F-C58B-A9D1E6C066D5}"/>
          </ac:spMkLst>
        </pc:spChg>
        <pc:spChg chg="mod">
          <ac:chgData name="Sonali Virkar" userId="f7f9d2eb98be3246" providerId="LiveId" clId="{205A77FF-6BD1-4ACD-AF0D-5780CA38425D}" dt="2025-12-22T11:41:08.870" v="1889" actId="113"/>
          <ac:spMkLst>
            <pc:docMk/>
            <pc:sldMk cId="2337177788" sldId="257"/>
            <ac:spMk id="3" creationId="{77D9184E-17D5-E45B-F5BF-EF25DF7B2FFA}"/>
          </ac:spMkLst>
        </pc:spChg>
        <pc:picChg chg="add del mod ord">
          <ac:chgData name="Sonali Virkar" userId="f7f9d2eb98be3246" providerId="LiveId" clId="{205A77FF-6BD1-4ACD-AF0D-5780CA38425D}" dt="2025-12-22T11:50:59.272" v="1971" actId="171"/>
          <ac:picMkLst>
            <pc:docMk/>
            <pc:sldMk cId="2337177788" sldId="257"/>
            <ac:picMk id="8" creationId="{D25FCA6B-3390-2173-D8A3-0BE5D0A676F5}"/>
          </ac:picMkLst>
        </pc:picChg>
      </pc:sldChg>
      <pc:sldChg chg="addSp delSp modSp mod">
        <pc:chgData name="Sonali Virkar" userId="f7f9d2eb98be3246" providerId="LiveId" clId="{205A77FF-6BD1-4ACD-AF0D-5780CA38425D}" dt="2025-12-26T14:28:11.445" v="2101" actId="113"/>
        <pc:sldMkLst>
          <pc:docMk/>
          <pc:sldMk cId="3232477434" sldId="258"/>
        </pc:sldMkLst>
        <pc:spChg chg="mod">
          <ac:chgData name="Sonali Virkar" userId="f7f9d2eb98be3246" providerId="LiveId" clId="{205A77FF-6BD1-4ACD-AF0D-5780CA38425D}" dt="2025-12-22T11:52:01.247" v="1982" actId="2711"/>
          <ac:spMkLst>
            <pc:docMk/>
            <pc:sldMk cId="3232477434" sldId="258"/>
            <ac:spMk id="2" creationId="{0040294F-393D-0B2C-0ABE-FF46531938CF}"/>
          </ac:spMkLst>
        </pc:spChg>
        <pc:spChg chg="add mod">
          <ac:chgData name="Sonali Virkar" userId="f7f9d2eb98be3246" providerId="LiveId" clId="{205A77FF-6BD1-4ACD-AF0D-5780CA38425D}" dt="2025-12-26T14:28:11.445" v="2101" actId="113"/>
          <ac:spMkLst>
            <pc:docMk/>
            <pc:sldMk cId="3232477434" sldId="258"/>
            <ac:spMk id="6" creationId="{6CC0740D-626C-04B4-AEE9-A846B137BDB2}"/>
          </ac:spMkLst>
        </pc:spChg>
        <pc:picChg chg="add mod">
          <ac:chgData name="Sonali Virkar" userId="f7f9d2eb98be3246" providerId="LiveId" clId="{205A77FF-6BD1-4ACD-AF0D-5780CA38425D}" dt="2025-12-22T11:51:17.750" v="1974" actId="1076"/>
          <ac:picMkLst>
            <pc:docMk/>
            <pc:sldMk cId="3232477434" sldId="258"/>
            <ac:picMk id="5" creationId="{BDC2BF80-5F08-F1BA-D553-788A7DD6EFB9}"/>
          </ac:picMkLst>
        </pc:picChg>
      </pc:sldChg>
      <pc:sldChg chg="addSp delSp modSp mod">
        <pc:chgData name="Sonali Virkar" userId="f7f9d2eb98be3246" providerId="LiveId" clId="{205A77FF-6BD1-4ACD-AF0D-5780CA38425D}" dt="2025-12-26T12:27:34.229" v="2098" actId="1076"/>
        <pc:sldMkLst>
          <pc:docMk/>
          <pc:sldMk cId="2764767047" sldId="259"/>
        </pc:sldMkLst>
        <pc:spChg chg="add mod">
          <ac:chgData name="Sonali Virkar" userId="f7f9d2eb98be3246" providerId="LiveId" clId="{205A77FF-6BD1-4ACD-AF0D-5780CA38425D}" dt="2025-12-26T12:27:06.337" v="2093" actId="478"/>
          <ac:spMkLst>
            <pc:docMk/>
            <pc:sldMk cId="2764767047" sldId="259"/>
            <ac:spMk id="3" creationId="{06365A9B-DFF7-0778-4FCB-E7CF1EB712C6}"/>
          </ac:spMkLst>
        </pc:spChg>
        <pc:spChg chg="mod">
          <ac:chgData name="Sonali Virkar" userId="f7f9d2eb98be3246" providerId="LiveId" clId="{205A77FF-6BD1-4ACD-AF0D-5780CA38425D}" dt="2025-12-22T11:52:54.047" v="1989" actId="1076"/>
          <ac:spMkLst>
            <pc:docMk/>
            <pc:sldMk cId="2764767047" sldId="259"/>
            <ac:spMk id="10" creationId="{EF50A88E-CD13-5070-2E71-F1ABCE1A9EBD}"/>
          </ac:spMkLst>
        </pc:spChg>
        <pc:picChg chg="add del mod ord">
          <ac:chgData name="Sonali Virkar" userId="f7f9d2eb98be3246" providerId="LiveId" clId="{205A77FF-6BD1-4ACD-AF0D-5780CA38425D}" dt="2025-12-26T12:27:06.337" v="2093" actId="478"/>
          <ac:picMkLst>
            <pc:docMk/>
            <pc:sldMk cId="2764767047" sldId="259"/>
            <ac:picMk id="5" creationId="{1FCD5ED7-5E44-12A5-E596-A37C22ED5DBC}"/>
          </ac:picMkLst>
        </pc:picChg>
        <pc:picChg chg="add mod">
          <ac:chgData name="Sonali Virkar" userId="f7f9d2eb98be3246" providerId="LiveId" clId="{205A77FF-6BD1-4ACD-AF0D-5780CA38425D}" dt="2025-12-26T12:27:34.229" v="2098" actId="1076"/>
          <ac:picMkLst>
            <pc:docMk/>
            <pc:sldMk cId="2764767047" sldId="259"/>
            <ac:picMk id="6" creationId="{4DA77FC8-8E77-6267-33AF-5837C0BE54EA}"/>
          </ac:picMkLst>
        </pc:picChg>
      </pc:sldChg>
      <pc:sldChg chg="addSp delSp modSp mod">
        <pc:chgData name="Sonali Virkar" userId="f7f9d2eb98be3246" providerId="LiveId" clId="{205A77FF-6BD1-4ACD-AF0D-5780CA38425D}" dt="2025-12-22T11:53:31.914" v="2001" actId="122"/>
        <pc:sldMkLst>
          <pc:docMk/>
          <pc:sldMk cId="1202669481" sldId="260"/>
        </pc:sldMkLst>
        <pc:spChg chg="mod">
          <ac:chgData name="Sonali Virkar" userId="f7f9d2eb98be3246" providerId="LiveId" clId="{205A77FF-6BD1-4ACD-AF0D-5780CA38425D}" dt="2025-12-22T11:53:31.914" v="2001" actId="122"/>
          <ac:spMkLst>
            <pc:docMk/>
            <pc:sldMk cId="1202669481" sldId="260"/>
            <ac:spMk id="10" creationId="{6CD12128-566F-0A4C-F324-501F264731C6}"/>
          </ac:spMkLst>
        </pc:spChg>
        <pc:picChg chg="add mod ord">
          <ac:chgData name="Sonali Virkar" userId="f7f9d2eb98be3246" providerId="LiveId" clId="{205A77FF-6BD1-4ACD-AF0D-5780CA38425D}" dt="2025-12-22T04:38:08.236" v="665" actId="1076"/>
          <ac:picMkLst>
            <pc:docMk/>
            <pc:sldMk cId="1202669481" sldId="260"/>
            <ac:picMk id="5" creationId="{108E7E57-22EB-2AA7-13F7-111ECDBC0350}"/>
          </ac:picMkLst>
        </pc:picChg>
      </pc:sldChg>
      <pc:sldChg chg="addSp delSp modSp mod">
        <pc:chgData name="Sonali Virkar" userId="f7f9d2eb98be3246" providerId="LiveId" clId="{205A77FF-6BD1-4ACD-AF0D-5780CA38425D}" dt="2025-12-22T11:53:58.553" v="2009" actId="122"/>
        <pc:sldMkLst>
          <pc:docMk/>
          <pc:sldMk cId="725851203" sldId="261"/>
        </pc:sldMkLst>
        <pc:spChg chg="mod">
          <ac:chgData name="Sonali Virkar" userId="f7f9d2eb98be3246" providerId="LiveId" clId="{205A77FF-6BD1-4ACD-AF0D-5780CA38425D}" dt="2025-12-22T11:53:58.553" v="2009" actId="122"/>
          <ac:spMkLst>
            <pc:docMk/>
            <pc:sldMk cId="725851203" sldId="261"/>
            <ac:spMk id="10" creationId="{91D3CBE9-F23F-067F-AE2C-1AC5D8A5A018}"/>
          </ac:spMkLst>
        </pc:spChg>
        <pc:picChg chg="add mod ord">
          <ac:chgData name="Sonali Virkar" userId="f7f9d2eb98be3246" providerId="LiveId" clId="{205A77FF-6BD1-4ACD-AF0D-5780CA38425D}" dt="2025-12-22T04:39:37.885" v="677" actId="14100"/>
          <ac:picMkLst>
            <pc:docMk/>
            <pc:sldMk cId="725851203" sldId="261"/>
            <ac:picMk id="6" creationId="{B8071049-19CD-BACE-2BA8-14E492888F96}"/>
          </ac:picMkLst>
        </pc:picChg>
      </pc:sldChg>
      <pc:sldChg chg="addSp delSp modSp mod">
        <pc:chgData name="Sonali Virkar" userId="f7f9d2eb98be3246" providerId="LiveId" clId="{205A77FF-6BD1-4ACD-AF0D-5780CA38425D}" dt="2025-12-22T11:58:20.588" v="2046" actId="478"/>
        <pc:sldMkLst>
          <pc:docMk/>
          <pc:sldMk cId="2234470348" sldId="263"/>
        </pc:sldMkLst>
        <pc:spChg chg="mod">
          <ac:chgData name="Sonali Virkar" userId="f7f9d2eb98be3246" providerId="LiveId" clId="{205A77FF-6BD1-4ACD-AF0D-5780CA38425D}" dt="2025-12-22T11:57:18.379" v="2038"/>
          <ac:spMkLst>
            <pc:docMk/>
            <pc:sldMk cId="2234470348" sldId="263"/>
            <ac:spMk id="3" creationId="{ABBE38C7-8BFE-7736-2874-8663B0DF7A86}"/>
          </ac:spMkLst>
        </pc:spChg>
        <pc:spChg chg="mod">
          <ac:chgData name="Sonali Virkar" userId="f7f9d2eb98be3246" providerId="LiveId" clId="{205A77FF-6BD1-4ACD-AF0D-5780CA38425D}" dt="2025-12-22T11:55:10.505" v="2030" actId="207"/>
          <ac:spMkLst>
            <pc:docMk/>
            <pc:sldMk cId="2234470348" sldId="263"/>
            <ac:spMk id="10" creationId="{8FB44644-4BD1-B365-0291-05751BFF46BA}"/>
          </ac:spMkLst>
        </pc:spChg>
        <pc:picChg chg="add mod ord">
          <ac:chgData name="Sonali Virkar" userId="f7f9d2eb98be3246" providerId="LiveId" clId="{205A77FF-6BD1-4ACD-AF0D-5780CA38425D}" dt="2025-12-22T11:58:13.501" v="2045" actId="171"/>
          <ac:picMkLst>
            <pc:docMk/>
            <pc:sldMk cId="2234470348" sldId="263"/>
            <ac:picMk id="4" creationId="{885A3041-BC13-0BF2-51CE-86F8383EC81D}"/>
          </ac:picMkLst>
        </pc:picChg>
      </pc:sldChg>
      <pc:sldChg chg="addSp delSp modSp mod">
        <pc:chgData name="Sonali Virkar" userId="f7f9d2eb98be3246" providerId="LiveId" clId="{205A77FF-6BD1-4ACD-AF0D-5780CA38425D}" dt="2025-12-26T14:28:58.950" v="2111" actId="12"/>
        <pc:sldMkLst>
          <pc:docMk/>
          <pc:sldMk cId="59749167" sldId="264"/>
        </pc:sldMkLst>
        <pc:spChg chg="mod">
          <ac:chgData name="Sonali Virkar" userId="f7f9d2eb98be3246" providerId="LiveId" clId="{205A77FF-6BD1-4ACD-AF0D-5780CA38425D}" dt="2025-12-22T11:52:46.543" v="1988" actId="1076"/>
          <ac:spMkLst>
            <pc:docMk/>
            <pc:sldMk cId="59749167" sldId="264"/>
            <ac:spMk id="2" creationId="{9FAE62BB-8164-87CF-25CB-8CC8963BBFA5}"/>
          </ac:spMkLst>
        </pc:spChg>
        <pc:spChg chg="add mod">
          <ac:chgData name="Sonali Virkar" userId="f7f9d2eb98be3246" providerId="LiveId" clId="{205A77FF-6BD1-4ACD-AF0D-5780CA38425D}" dt="2025-12-26T14:28:58.950" v="2111" actId="12"/>
          <ac:spMkLst>
            <pc:docMk/>
            <pc:sldMk cId="59749167" sldId="264"/>
            <ac:spMk id="5" creationId="{4675BBDF-169E-89AD-7E3D-7210F37AB4EA}"/>
          </ac:spMkLst>
        </pc:spChg>
        <pc:picChg chg="add del mod ord">
          <ac:chgData name="Sonali Virkar" userId="f7f9d2eb98be3246" providerId="LiveId" clId="{205A77FF-6BD1-4ACD-AF0D-5780CA38425D}" dt="2025-12-22T11:46:58.107" v="1931"/>
          <ac:picMkLst>
            <pc:docMk/>
            <pc:sldMk cId="59749167" sldId="264"/>
            <ac:picMk id="4" creationId="{1406EB1F-26B5-55A5-DA88-D7A1A581B06A}"/>
          </ac:picMkLst>
        </pc:picChg>
      </pc:sldChg>
      <pc:sldChg chg="addSp delSp modSp mod">
        <pc:chgData name="Sonali Virkar" userId="f7f9d2eb98be3246" providerId="LiveId" clId="{205A77FF-6BD1-4ACD-AF0D-5780CA38425D}" dt="2025-12-22T11:59:05.574" v="2051" actId="21"/>
        <pc:sldMkLst>
          <pc:docMk/>
          <pc:sldMk cId="737422370" sldId="266"/>
        </pc:sldMkLst>
        <pc:picChg chg="add mod">
          <ac:chgData name="Sonali Virkar" userId="f7f9d2eb98be3246" providerId="LiveId" clId="{205A77FF-6BD1-4ACD-AF0D-5780CA38425D}" dt="2025-12-22T11:59:01.831" v="2050" actId="1076"/>
          <ac:picMkLst>
            <pc:docMk/>
            <pc:sldMk cId="737422370" sldId="266"/>
            <ac:picMk id="4" creationId="{50A3AA21-2C87-B827-7BD8-827DFCB39D49}"/>
          </ac:picMkLst>
        </pc:picChg>
      </pc:sldChg>
      <pc:sldChg chg="addSp delSp modSp mod">
        <pc:chgData name="Sonali Virkar" userId="f7f9d2eb98be3246" providerId="LiveId" clId="{205A77FF-6BD1-4ACD-AF0D-5780CA38425D}" dt="2025-12-22T12:01:21.719" v="2072" actId="1076"/>
        <pc:sldMkLst>
          <pc:docMk/>
          <pc:sldMk cId="3561815910" sldId="267"/>
        </pc:sldMkLst>
        <pc:spChg chg="mod">
          <ac:chgData name="Sonali Virkar" userId="f7f9d2eb98be3246" providerId="LiveId" clId="{205A77FF-6BD1-4ACD-AF0D-5780CA38425D}" dt="2025-12-22T11:54:31.658" v="2018" actId="207"/>
          <ac:spMkLst>
            <pc:docMk/>
            <pc:sldMk cId="3561815910" sldId="267"/>
            <ac:spMk id="2" creationId="{6A6263A2-EC39-9C3E-8E2E-A094A005B60D}"/>
          </ac:spMkLst>
        </pc:spChg>
        <pc:picChg chg="add mod ord">
          <ac:chgData name="Sonali Virkar" userId="f7f9d2eb98be3246" providerId="LiveId" clId="{205A77FF-6BD1-4ACD-AF0D-5780CA38425D}" dt="2025-12-22T12:01:20.495" v="2071" actId="1076"/>
          <ac:picMkLst>
            <pc:docMk/>
            <pc:sldMk cId="3561815910" sldId="267"/>
            <ac:picMk id="13" creationId="{57548C94-C495-DE43-DF4F-FB59DC25D3A9}"/>
          </ac:picMkLst>
        </pc:picChg>
        <pc:picChg chg="add mod">
          <ac:chgData name="Sonali Virkar" userId="f7f9d2eb98be3246" providerId="LiveId" clId="{205A77FF-6BD1-4ACD-AF0D-5780CA38425D}" dt="2025-12-22T12:01:21.719" v="2072" actId="1076"/>
          <ac:picMkLst>
            <pc:docMk/>
            <pc:sldMk cId="3561815910" sldId="267"/>
            <ac:picMk id="15" creationId="{BE655946-E8FE-43AC-7380-8C22984B16DE}"/>
          </ac:picMkLst>
        </pc:picChg>
      </pc:sldChg>
      <pc:sldChg chg="addSp delSp modSp new mod">
        <pc:chgData name="Sonali Virkar" userId="f7f9d2eb98be3246" providerId="LiveId" clId="{205A77FF-6BD1-4ACD-AF0D-5780CA38425D}" dt="2025-12-22T12:02:35.528" v="2086" actId="14100"/>
        <pc:sldMkLst>
          <pc:docMk/>
          <pc:sldMk cId="888652277" sldId="268"/>
        </pc:sldMkLst>
        <pc:picChg chg="add mod ord">
          <ac:chgData name="Sonali Virkar" userId="f7f9d2eb98be3246" providerId="LiveId" clId="{205A77FF-6BD1-4ACD-AF0D-5780CA38425D}" dt="2025-12-22T12:02:35.528" v="2086" actId="14100"/>
          <ac:picMkLst>
            <pc:docMk/>
            <pc:sldMk cId="888652277" sldId="268"/>
            <ac:picMk id="5" creationId="{E6A2B447-C2A6-6999-7B51-C934E5BA4207}"/>
          </ac:picMkLst>
        </pc:picChg>
        <pc:picChg chg="add mod">
          <ac:chgData name="Sonali Virkar" userId="f7f9d2eb98be3246" providerId="LiveId" clId="{205A77FF-6BD1-4ACD-AF0D-5780CA38425D}" dt="2025-12-22T12:02:29.887" v="2084" actId="14100"/>
          <ac:picMkLst>
            <pc:docMk/>
            <pc:sldMk cId="888652277" sldId="268"/>
            <ac:picMk id="7" creationId="{6F85FC2D-58E8-6A8A-A4A7-6265A3913AAB}"/>
          </ac:picMkLst>
        </pc:picChg>
      </pc:sldChg>
      <pc:sldChg chg="addSp delSp modSp new mod">
        <pc:chgData name="Sonali Virkar" userId="f7f9d2eb98be3246" providerId="LiveId" clId="{205A77FF-6BD1-4ACD-AF0D-5780CA38425D}" dt="2025-12-22T12:02:58.596" v="2092" actId="1076"/>
        <pc:sldMkLst>
          <pc:docMk/>
          <pc:sldMk cId="907629545" sldId="269"/>
        </pc:sldMkLst>
        <pc:picChg chg="add mod ord">
          <ac:chgData name="Sonali Virkar" userId="f7f9d2eb98be3246" providerId="LiveId" clId="{205A77FF-6BD1-4ACD-AF0D-5780CA38425D}" dt="2025-12-22T12:02:58.596" v="2092" actId="1076"/>
          <ac:picMkLst>
            <pc:docMk/>
            <pc:sldMk cId="907629545" sldId="269"/>
            <ac:picMk id="5" creationId="{357F6AE6-4051-1C21-AE70-1655B107CFF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CCBA7-D329-4262-9C97-6A89E993DFD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98E2F-1A2A-4036-AE48-B47CE0D8C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0050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CCBA7-D329-4262-9C97-6A89E993DFD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98E2F-1A2A-4036-AE48-B47CE0D8C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432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CCBA7-D329-4262-9C97-6A89E993DFD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98E2F-1A2A-4036-AE48-B47CE0D8C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80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CCBA7-D329-4262-9C97-6A89E993DFD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98E2F-1A2A-4036-AE48-B47CE0D8C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278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CCBA7-D329-4262-9C97-6A89E993DFD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98E2F-1A2A-4036-AE48-B47CE0D8C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3206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CCBA7-D329-4262-9C97-6A89E993DFD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98E2F-1A2A-4036-AE48-B47CE0D8C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600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CCBA7-D329-4262-9C97-6A89E993DFD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98E2F-1A2A-4036-AE48-B47CE0D8C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303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CCBA7-D329-4262-9C97-6A89E993DFD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98E2F-1A2A-4036-AE48-B47CE0D8C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216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CCBA7-D329-4262-9C97-6A89E993DFD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98E2F-1A2A-4036-AE48-B47CE0D8C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796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CCBA7-D329-4262-9C97-6A89E993DFD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98E2F-1A2A-4036-AE48-B47CE0D8C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311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CCBA7-D329-4262-9C97-6A89E993DFD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98E2F-1A2A-4036-AE48-B47CE0D8C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249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BCCBA7-D329-4262-9C97-6A89E993DFD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298E2F-1A2A-4036-AE48-B47CE0D8C1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967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4" r:id="rId1"/>
    <p:sldLayoutId id="2147484115" r:id="rId2"/>
    <p:sldLayoutId id="2147484116" r:id="rId3"/>
    <p:sldLayoutId id="2147484117" r:id="rId4"/>
    <p:sldLayoutId id="2147484118" r:id="rId5"/>
    <p:sldLayoutId id="2147484119" r:id="rId6"/>
    <p:sldLayoutId id="2147484120" r:id="rId7"/>
    <p:sldLayoutId id="2147484121" r:id="rId8"/>
    <p:sldLayoutId id="2147484122" r:id="rId9"/>
    <p:sldLayoutId id="2147484123" r:id="rId10"/>
    <p:sldLayoutId id="214748412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libreshot.com/business-analysis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teachingthroughinnovation.blogspot.com/2019/12/tema-5-dosier-el-diseno-curricular-base.html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rmenia.eregulations.org/Contacts?l=en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cpedia.org/highway-signs/o/objectives.html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cpedia.org/highway-signs/c/conclusions.html" TargetMode="External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fr/illustrations/merci-note-merci-noter-message-1428147/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966E253-8B00-A74A-B96F-7B943DEB9959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54CBEA0-64F6-F42B-85EF-35586C277B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992372"/>
            <a:ext cx="7563293" cy="792113"/>
          </a:xfrm>
          <a:solidFill>
            <a:schemeClr val="tx1"/>
          </a:solidFill>
        </p:spPr>
        <p:txBody>
          <a:bodyPr>
            <a:normAutofit/>
          </a:bodyPr>
          <a:lstStyle/>
          <a:p>
            <a:pPr algn="l" defTabSz="912813"/>
            <a:r>
              <a:rPr lang="en-US" sz="4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BANK LOAN ANALYTICS 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8FD3F2-3C01-35BC-311E-85CB7F7CD6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83887" y="5073516"/>
            <a:ext cx="7308111" cy="1296220"/>
          </a:xfrm>
          <a:solidFill>
            <a:schemeClr val="tx1"/>
          </a:solidFill>
        </p:spPr>
        <p:txBody>
          <a:bodyPr>
            <a:normAutofit/>
          </a:bodyPr>
          <a:lstStyle/>
          <a:p>
            <a:pPr algn="just"/>
            <a:r>
              <a:rPr lang="en-US" sz="36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ExcelR</a:t>
            </a:r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Analyst Project - P1141</a:t>
            </a:r>
          </a:p>
          <a:p>
            <a:pPr algn="just"/>
            <a:r>
              <a:rPr lang="en-US" sz="3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D8F974-3737-2337-CC5F-3C0414D414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0157" y="0"/>
            <a:ext cx="2341841" cy="616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73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25FCA6B-3390-2173-D8A3-0BE5D0A676F5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rot="10800000" flipV="1">
            <a:off x="0" y="1256845"/>
            <a:ext cx="12192000" cy="56011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9A20F7-974D-920F-C58B-A9D1E6C06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27185"/>
            <a:ext cx="12192000" cy="897618"/>
          </a:xfrm>
          <a:solidFill>
            <a:schemeClr val="tx1"/>
          </a:solidFill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9184E-17D5-E45B-F5BF-EF25DF7B2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8703" y="1641327"/>
            <a:ext cx="10515600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Dishant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Chogle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Jyothi Siva Swathi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Eswar Praneeth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Sai Harshavardhana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Saniya Patil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Sandhiya P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Sonali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Virkar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7177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294F-393D-0B2C-0ABE-FF4653193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83029"/>
            <a:ext cx="12192000" cy="864887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C0740D-626C-04B4-AEE9-A846B137BDB2}"/>
              </a:ext>
            </a:extLst>
          </p:cNvPr>
          <p:cNvSpPr txBox="1"/>
          <p:nvPr/>
        </p:nvSpPr>
        <p:spPr>
          <a:xfrm>
            <a:off x="6433458" y="1207261"/>
            <a:ext cx="5425390" cy="5367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Domain: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Finance &amp; Banking (Consumer Credit)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Analyzed a comprehensive financial dataset containing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39,717 loan records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48 columns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(including interest rates, loan grades, and payment history)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project aims to assess the bank's lending portfolio health, calculate credit risk, and evaluate borrower repayment behavior.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Stack:</a:t>
            </a:r>
            <a:endParaRPr lang="en-US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85838" lvl="0" indent="-1778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MySQL: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data storage, complex ETL (Extract,                                                                                              Transform, Load), and KPI calculation.</a:t>
            </a:r>
          </a:p>
          <a:p>
            <a:pPr marL="808038" lvl="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Excel: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initial data cleaning and validation.</a:t>
            </a:r>
          </a:p>
          <a:p>
            <a:pPr marL="808038" lvl="0" indent="1778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Tableau/Power BI: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interactive dashboard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were provided with the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 Loan Analytics Project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ExcelR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included a questionnaire and two finance datasets. 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these three documents, we developed this project and the accompanying dashboard.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C2BF80-5F08-F1BA-D553-788A7DD6EF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/>
        </p:blipFill>
        <p:spPr>
          <a:xfrm>
            <a:off x="70746" y="1594318"/>
            <a:ext cx="6267361" cy="4494594"/>
          </a:xfrm>
          <a:prstGeom prst="rect">
            <a:avLst/>
          </a:prstGeom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80A324D1-B005-16F4-FFD3-46A25E7D9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73985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visualization.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2477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E62BB-8164-87CF-25CB-8CC8963BB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446032"/>
            <a:ext cx="12191999" cy="769374"/>
          </a:xfrm>
          <a:solidFill>
            <a:schemeClr val="tx1"/>
          </a:solidFill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Objective of the project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06EB1F-26B5-55A5-DA88-D7A1A581B06A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7086" y="1567543"/>
            <a:ext cx="11985171" cy="50105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4675BBDF-169E-89AD-7E3D-7210F37AB4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3538" y="1974202"/>
            <a:ext cx="11824923" cy="3468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 Portfolio Health &amp; Credit Risk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distinguish between "Good" (Fully Paid) and "Bad" (Charged Off) loans by analyzing default rates across different Loan Grades (A-G). The goal is to identify high-risk borrower segments and minimize future credit loss (EAD).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Financial Profitability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compute critical revenue metrics, including Total Funded Amount ($434M) vs. Total Repayments ($482M). This involves calculating Net Gross Profit and analyzing how average interest rates (12.02%) impact the bank’s bottom line.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Data Infrastructure (ETL)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engineer a robust SQL database capable of handling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39,000+ financial records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This includes building an ETL pipeline to clean raw CSV data, standardize date formats, and resolve schema inconsistencies for accurate reporting.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Data-Driven Decision Making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transform complex tabular data into interactive dashboards (Power BI &amp; Tableau). These visualizations track lending trends over time (2007–2011) and by region (State-wise), empowering stakeholders to make strategic lending decisions.</a:t>
            </a:r>
          </a:p>
        </p:txBody>
      </p:sp>
    </p:spTree>
    <p:extLst>
      <p:ext uri="{BB962C8B-B14F-4D97-AF65-F5344CB8AC3E}">
        <p14:creationId xmlns:p14="http://schemas.microsoft.com/office/powerpoint/2010/main" val="59749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FB719-9302-3963-E3FC-CFC3019C3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EF50A88E-CD13-5070-2E71-F1ABCE1A9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36917"/>
            <a:ext cx="12192000" cy="714353"/>
          </a:xfrm>
          <a:solidFill>
            <a:schemeClr val="tx1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 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65A9B-DFF7-0778-4FCB-E7CF1EB71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A77FC8-8E77-6267-33AF-5837C0BE54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951271"/>
            <a:ext cx="12192000" cy="5957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767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465D4-870F-7498-A50B-991FFA0E0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6CD12128-566F-0A4C-F324-501F26473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74172"/>
            <a:ext cx="12192000" cy="620486"/>
          </a:xfrm>
          <a:solidFill>
            <a:schemeClr val="tx1"/>
          </a:solidFill>
        </p:spPr>
        <p:txBody>
          <a:bodyPr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08E7E57-22EB-2AA7-13F7-111ECDBC03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316" y="893285"/>
            <a:ext cx="11877368" cy="5964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669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6E7A0-6131-CE3D-D93E-B21A6B54E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91D3CBE9-F23F-067F-AE2C-1AC5D8A5A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40711"/>
            <a:ext cx="12192000" cy="655961"/>
          </a:xfrm>
          <a:solidFill>
            <a:schemeClr val="tx1"/>
          </a:solidFill>
        </p:spPr>
        <p:txBody>
          <a:bodyPr>
            <a:no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8071049-19CD-BACE-2BA8-14E492888F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796672"/>
            <a:ext cx="12034684" cy="6061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851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263A2-EC39-9C3E-8E2E-A094A005B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9735"/>
            <a:ext cx="12192000" cy="664029"/>
          </a:xfrm>
          <a:solidFill>
            <a:schemeClr val="tx1"/>
          </a:solidFill>
        </p:spPr>
        <p:txBody>
          <a:bodyPr>
            <a:noAutofit/>
          </a:bodyPr>
          <a:lstStyle/>
          <a:p>
            <a:pPr algn="ctr"/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SQL QUERIES 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0C9E2B2-E747-C286-2C09-9E30DAC0C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4081305-66FE-B763-5261-52E423578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022705"/>
            <a:ext cx="6096000" cy="583529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CB6B05A-F123-9EB5-29CA-F4E2D6359D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22705"/>
            <a:ext cx="6096001" cy="5835295"/>
          </a:xfrm>
          <a:prstGeom prst="rect">
            <a:avLst/>
          </a:prstGeom>
          <a:ln w="15875">
            <a:noFill/>
          </a:ln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49DE3D85-22FC-2E19-08C3-293CE6A2775B}"/>
              </a:ext>
            </a:extLst>
          </p:cNvPr>
          <p:cNvSpPr/>
          <p:nvPr/>
        </p:nvSpPr>
        <p:spPr>
          <a:xfrm>
            <a:off x="6103086" y="1022704"/>
            <a:ext cx="63798" cy="5835295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1815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65403-B3E6-77C3-F168-17105E7E8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40F41F-1728-4DB5-A521-BD676AAED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3027"/>
            <a:ext cx="6065326" cy="62519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BF19AEF-6EDB-09A8-06F0-3D693312F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5326" y="340518"/>
            <a:ext cx="6157348" cy="6176962"/>
          </a:xfrm>
          <a:prstGeom prst="rect">
            <a:avLst/>
          </a:prstGeom>
          <a:ln w="15875">
            <a:noFill/>
          </a:ln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99199B7-F56C-F52C-F447-F77A9B8AD228}"/>
              </a:ext>
            </a:extLst>
          </p:cNvPr>
          <p:cNvSpPr/>
          <p:nvPr/>
        </p:nvSpPr>
        <p:spPr>
          <a:xfrm>
            <a:off x="6065326" y="0"/>
            <a:ext cx="45719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8652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3C148-7D2E-3D89-240A-D4D7D4032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6DD9BC-60A7-F5F5-79F3-E4C6D6A58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370" y="205934"/>
            <a:ext cx="10829260" cy="6620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629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2AE85-12F4-BDFB-D04F-EC2101BFA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FB44644-4BD1-B365-0291-05751BFF4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92000" cy="650875"/>
          </a:xfrm>
          <a:solidFill>
            <a:schemeClr val="tx1"/>
          </a:solidFill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Conclusion &amp; Insights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5A3041-BC13-0BF2-51CE-86F8383EC81D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-1" y="1016000"/>
            <a:ext cx="12192000" cy="5842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E38C7-8BFE-7736-2874-8663B0DF7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69" y="1096558"/>
            <a:ext cx="11972260" cy="5761442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Portfolio Profitability &amp; Financial Health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1950" indent="-92075" algn="just">
              <a:buFont typeface="Wingdings" panose="05000000000000000000" pitchFamily="2" charset="2"/>
              <a:buChar char="§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Net Revenue: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portfolio is robust and cash-flow positive. Total Repayments (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$482M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significantly exceeded Total Funded Amounts   (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$434M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resulting in a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 Gross Profit of $47.8 Million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61950" indent="-92075" algn="just">
              <a:buFont typeface="Wingdings" panose="05000000000000000000" pitchFamily="2" charset="2"/>
              <a:buChar char="§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Yield Efficiency: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12.02% average interest rate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effectively priced. It generates nearly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$90M in interest income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successfully absorbs credit losses while maintaining a healthy profit margin.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Credit Risk &amp; Borrower Segmentation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1950" indent="-92075" algn="just">
              <a:buFont typeface="Wingdings" panose="05000000000000000000" pitchFamily="2" charset="2"/>
              <a:buChar char="§"/>
              <a:tabLst>
                <a:tab pos="361950" algn="l"/>
              </a:tabLst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Risk Exposure: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 B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borrowers hold the highest share of the revolving balance. This indicates the portfolio is heavily weighted towards "moderate-risk" customers rather than just Prime (Grade A) or Sub-prime (Grade G).</a:t>
            </a:r>
          </a:p>
          <a:p>
            <a:pPr marL="446088" indent="-176213" algn="just">
              <a:buFont typeface="Wingdings" panose="05000000000000000000" pitchFamily="2" charset="2"/>
              <a:buChar char="§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 Management: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Despite a calculated default risk (~15%), the bank successfully recovered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$392M in principal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proving the effectiveness of the current collection and recovery processes.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Market Growth &amp; Trends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1950" indent="-92075" algn="just">
              <a:buFont typeface="Wingdings" panose="05000000000000000000" pitchFamily="2" charset="2"/>
              <a:buChar char="§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Business Expansion: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Year-over-Year analysis (Query 1) reveals exponential growth in loan applications from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2007 to 2011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This validates the bank's aggressive market acquisition strategy during this period.</a:t>
            </a:r>
          </a:p>
          <a:p>
            <a:pPr marL="446088" indent="-176213" algn="just">
              <a:buFont typeface="Wingdings" panose="05000000000000000000" pitchFamily="2" charset="2"/>
              <a:buChar char="§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Regional Concentration: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State-wise analysis highlights that lending activity is not evenly distributed, identifying specific states as key revenue drivers that warrant focused marketing campaigns.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Operational Strategy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1950" indent="-92075" algn="just">
              <a:buFont typeface="Wingdings" panose="05000000000000000000" pitchFamily="2" charset="2"/>
              <a:buChar char="§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Verification Impact: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breakdown of "Verified" vs. "Non-Verified" loans (Query 3) shows that verified income sources correlate with higher repayment reliability.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Tighten approval criteria for non-verified applicants to further reduce risk.</a:t>
            </a:r>
          </a:p>
          <a:p>
            <a:pPr marL="446088" indent="-176213" algn="just">
              <a:buFont typeface="Wingdings" panose="05000000000000000000" pitchFamily="2" charset="2"/>
              <a:buChar char="§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Asset Correlation: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Homeowners contribute a stable and significant portion of last payments (Query 5), suggesting that asset ownership is a strong predictor of repayment consistency compared to renters.</a:t>
            </a:r>
          </a:p>
          <a:p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34470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A3AA21-2C87-B827-7BD8-827DFCB39D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340429" y="-108857"/>
            <a:ext cx="66168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422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336</TotalTime>
  <Words>669</Words>
  <Application>Microsoft Office PowerPoint</Application>
  <PresentationFormat>Widescreen</PresentationFormat>
  <Paragraphs>51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Wingdings</vt:lpstr>
      <vt:lpstr>Office 2013 - 2022 Theme</vt:lpstr>
      <vt:lpstr>BANK LOAN ANALYTICS  </vt:lpstr>
      <vt:lpstr> Members</vt:lpstr>
      <vt:lpstr> Overview</vt:lpstr>
      <vt:lpstr> Objective of the project </vt:lpstr>
      <vt:lpstr>Excel Dashboard</vt:lpstr>
      <vt:lpstr>Tableau Dashboard</vt:lpstr>
      <vt:lpstr>Power Bi Dashboard</vt:lpstr>
      <vt:lpstr> SQL QUERIES </vt:lpstr>
      <vt:lpstr>PowerPoint Presentation</vt:lpstr>
      <vt:lpstr>PowerPoint Presentation</vt:lpstr>
      <vt:lpstr> Conclusion &amp; Insights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Dishant Chogle</dc:creator>
  <cp:lastModifiedBy>saiharshavardhana33@outlook.com</cp:lastModifiedBy>
  <cp:revision>20</cp:revision>
  <dcterms:created xsi:type="dcterms:W3CDTF">2025-11-05T14:49:15Z</dcterms:created>
  <dcterms:modified xsi:type="dcterms:W3CDTF">2026-02-03T13:53:48Z</dcterms:modified>
</cp:coreProperties>
</file>